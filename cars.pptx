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Aspects of Cars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Cars</a:t>
            </a:r>
          </a:p>
          <a:p>
            <a:pPr lvl="1"/>
            <a:r>
              <a:t>History and Evolution</a:t>
            </a:r>
          </a:p>
          <a:p>
            <a:pPr lvl="1"/>
            <a:r>
              <a:t>Modern Trends</a:t>
            </a:r>
          </a:p>
          <a:p>
            <a:pPr lvl="1"/>
            <a:r>
              <a:t>Future Outlook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